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3FA7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assets/icon_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Junior Web Developer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&amp; Digital Services  •  YuvaIntern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9893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Dwivedi</a:t>
            </a:r>
            <a:pPr indent="0" marL="0">
              <a:buNone/>
            </a:pPr>
            <a:r>
              <a:rPr lang="en-US" sz="1300" dirty="0">
                <a:solidFill>
                  <a:srgbClr val="CF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4 Weeks, Summer 2026   |   Certificate No. YI/2026/152773/359638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DCE6E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spent four weeks interning with YuvaIntern as a Junior Web Developer on the E-Governance &amp; Digital Services team — working on the content and testing side of a public-facing government portal.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this, I had little exposure to how government digital platforms are actually built and maintained behind the scenes — this internship was my chance to learn that firsthand.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114800"/>
            <a:ext cx="5943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4315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4773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Web Developer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257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5230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· Summer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371600"/>
            <a:ext cx="4297680" cy="4663440"/>
          </a:xfrm>
          <a:prstGeom prst="roundRect">
            <a:avLst>
              <a:gd name="adj" fmla="val 2553"/>
            </a:avLst>
          </a:prstGeom>
          <a:solidFill>
            <a:srgbClr val="0A4B6E"/>
          </a:solidFill>
          <a:ln/>
        </p:spPr>
      </p:sp>
      <p:sp>
        <p:nvSpPr>
          <p:cNvPr id="15" name="Shape 13"/>
          <p:cNvSpPr/>
          <p:nvPr/>
        </p:nvSpPr>
        <p:spPr>
          <a:xfrm>
            <a:off x="9189720" y="17830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0" descr="assets/icon_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8028" y="1961388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98080" y="2606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3520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HANDS-ON WORK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78240" y="4023360"/>
            <a:ext cx="13716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635240" y="4251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content quality and QA testing for an E-Governance portal used by the general public.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Dwivedi  |  YuvaIntern  •  Junior Web Developer, E-Governance &amp; Digital Services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Set Out to Learn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DCE6E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0A4B6E"/>
          </a:solidFill>
          <a:ln/>
        </p:spPr>
      </p:sp>
      <p:pic>
        <p:nvPicPr>
          <p:cNvPr id="6" name="Image 0" descr="assets/icon_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9156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09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Public Portal Works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real sense of how a government-facing site is structured, maintained, and kept up to date.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7373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19156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1709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Testing Experience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4688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testing a live web platform directly, rather than just reading about QA in theory.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rgbClr val="0A4B6E"/>
          </a:solidFill>
          <a:ln/>
        </p:spPr>
      </p:sp>
      <p:pic>
        <p:nvPicPr>
          <p:cNvPr id="16" name="Image 2" descr="assets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3388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1330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Coordination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892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 small remote team coordinates and communicates on day-to-day work.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840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1605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assets/icon_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43388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41330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Documentation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4892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 of documenting work clearly — easy to skip, but genuinely useful.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Dwivedi  |  YuvaIntern  •  Junior Web Developer, E-Governance &amp; Digital Services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4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Actually Worked 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focus areas: content review and hands-on portal testing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assets/icon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647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Review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8892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through portal pages line by line for accuracy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wording was clear for a general audience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consistency with the rest of the site's voice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fixes that add up on a public-facing platform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1874520"/>
            <a:ext cx="731520" cy="731520"/>
          </a:xfrm>
          <a:prstGeom prst="ellipse">
            <a:avLst/>
          </a:prstGeom>
          <a:solidFill>
            <a:srgbClr val="0A4B6E"/>
          </a:solidFill>
          <a:ln/>
        </p:spPr>
      </p:sp>
      <p:pic>
        <p:nvPicPr>
          <p:cNvPr id="12" name="Image 1" descr="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875" y="20647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Testing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78892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forms and navigation flows end to end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behavior across browsers and screen sizes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bugs — broken links, formatting, unclear wording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basic accessibility checks for non-technical users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Dwivedi  |  YuvaIntern  •  Junior Web Developer, E-Governance &amp; Digital Services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QA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DCE6E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2526030" cy="411480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385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54455" y="2514600"/>
            <a:ext cx="914400" cy="914400"/>
          </a:xfrm>
          <a:prstGeom prst="ellipse">
            <a:avLst/>
          </a:prstGeom>
          <a:solidFill>
            <a:srgbClr val="0A4B6E"/>
          </a:solidFill>
          <a:ln/>
        </p:spPr>
      </p:sp>
      <p:pic>
        <p:nvPicPr>
          <p:cNvPr id="7" name="Image 0" descr="assets/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199" y="27523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61188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&amp; Observe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160520"/>
            <a:ext cx="206883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forms, links and pages the way a real visitor would, watching closely for anything off.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4710" y="1737360"/>
            <a:ext cx="2526030" cy="411480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623310" y="19385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200525" y="25146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assets/icon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269" y="275234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77590" y="361188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the Issue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623310" y="4160520"/>
            <a:ext cx="206883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up clearly in a shared spreadsheet — broken links, formatting quirks, confusing copy.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0780" y="1737360"/>
            <a:ext cx="2526030" cy="411480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469380" y="19385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7046595" y="2514600"/>
            <a:ext cx="914400" cy="914400"/>
          </a:xfrm>
          <a:prstGeom prst="ellipse">
            <a:avLst/>
          </a:prstGeom>
          <a:solidFill>
            <a:srgbClr val="0A4B6E"/>
          </a:solidFill>
          <a:ln/>
        </p:spPr>
      </p:sp>
      <p:pic>
        <p:nvPicPr>
          <p:cNvPr id="19" name="Image 2" descr="assets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339" y="275234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23660" y="361188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to the Team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469380" y="4160520"/>
            <a:ext cx="206883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off with enough detail that a developer can act on it without guessing.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86850" y="1737360"/>
            <a:ext cx="2526030" cy="411480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9315450" y="19385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892665" y="25146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3" descr="asset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409" y="275234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69730" y="361188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Fix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9315450" y="4160520"/>
            <a:ext cx="206883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once resolved to confirm the fix actually held under re-testing.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Dwivedi  |  YuvaIntern  •  Junior Web Developer, E-Governance &amp; Digital Services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Day-to-Day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DCE6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too heavy on the tooling side — the value came from consistent, careful habits repeated every 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4688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assets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290" y="26828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DevTools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690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inspect how pages were built and diagnose issues on the spot.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4992" y="214884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33672" y="2468880"/>
            <a:ext cx="822960" cy="822960"/>
          </a:xfrm>
          <a:prstGeom prst="ellipse">
            <a:avLst/>
          </a:prstGeom>
          <a:solidFill>
            <a:srgbClr val="0A4B6E"/>
          </a:solidFill>
          <a:ln/>
        </p:spPr>
      </p:sp>
      <p:pic>
        <p:nvPicPr>
          <p:cNvPr id="12" name="Image 1" descr="assets/icon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642" y="26828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02152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Spreadsheet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40690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running, structured log to track every issue found and its status.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81344" y="214884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50024" y="24688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assets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4" y="26828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18504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Check-ins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364224" y="40690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syncs to talk through findings and align on priorities.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97696" y="214884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C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66376" y="2468880"/>
            <a:ext cx="822960" cy="822960"/>
          </a:xfrm>
          <a:prstGeom prst="ellipse">
            <a:avLst/>
          </a:prstGeom>
          <a:solidFill>
            <a:srgbClr val="0A4B6E"/>
          </a:solidFill>
          <a:ln/>
        </p:spPr>
      </p:sp>
      <p:pic>
        <p:nvPicPr>
          <p:cNvPr id="22" name="Image 3" descr="assets/icon_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346" y="268285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34856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Cross-Device Checks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9180576" y="40690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layouts and flows across browsers and screen sizes.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to explain a bug clearly enough for someone else to fix it turned out to be a skill in itself.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Dwivedi  |  YuvaIntern  •  Junior Web Developer, E-Governance &amp; Digital Services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4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Took Away From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2E7B9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E5A7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7" name="Image 0" descr="asset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9156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709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Really Matters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4688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QA is the difference between a portal people trust and one that quietly frustrates them.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E5A7F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1737360"/>
            <a:ext cx="685800" cy="6858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2" name="Image 1" descr="assets/icon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19156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1709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for Everyone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4688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what "clear" writing means for a general audience, not just for yourself.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E5A7F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7" name="Image 2" descr="assets/icon_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3388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1330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Bug Logging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892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comfortable logging issues in a way a dev team can actually act on.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3840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E5A7F"/>
          </a:solidFill>
          <a:ln/>
        </p:spPr>
      </p:sp>
      <p:sp>
        <p:nvSpPr>
          <p:cNvPr id="21" name="Shape 16"/>
          <p:cNvSpPr/>
          <p:nvPr/>
        </p:nvSpPr>
        <p:spPr>
          <a:xfrm>
            <a:off x="6583680" y="4160520"/>
            <a:ext cx="685800" cy="6858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22" name="Image 3" descr="assets/icon_tr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433882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52360" y="41330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Team Habits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6583680" y="4892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stronger organization and follow-through, without needing reminders.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Dwivedi  |  YuvaIntern  •  Junior Web Developer, E-Governance &amp; Digital Services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Experience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DCE6EA"/>
          </a:solidFill>
          <a:ln/>
        </p:spPr>
      </p:sp>
      <p:sp>
        <p:nvSpPr>
          <p:cNvPr id="4" name="Shape 2"/>
          <p:cNvSpPr/>
          <p:nvPr/>
        </p:nvSpPr>
        <p:spPr>
          <a:xfrm>
            <a:off x="3246120" y="1371600"/>
            <a:ext cx="56692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9050">
            <a:solidFill>
              <a:srgbClr val="D8E2E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assets/certificate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1554480"/>
            <a:ext cx="530352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Dwivedi  |  YuvaIntern  •  Junior Web Developer, E-Governance &amp; Digital Services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4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3FA7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assets/icon_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Thoughts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7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gave me exactly the kind of practical, close-to-the-ground experience I was hoping for. It's one thing to know that testing and content quality matter for a public platform — another to spend four weeks actually doing that work.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taking a fair number of habits — logging things properly, double-checking before flagging, thinking about the actual user — into whatever I work on next.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577840"/>
            <a:ext cx="18288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715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Dwivedi  •  Junior Web Developer, YuvaIntern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2026-09-04T17:39:32Z</dcterms:created>
  <dcterms:modified xsi:type="dcterms:W3CDTF">2026-09-04T17:39:32Z</dcterms:modified>
</cp:coreProperties>
</file>